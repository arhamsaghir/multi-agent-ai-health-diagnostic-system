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 present my final year project: a Multi-Agent AI Health Diagnostic System.</a:t>
            </a:r>
          </a:p>
          <a:p>
            <a:r>
              <a:t>This system uses 8 specialized AI agents working together — similar to how a medical team operates —</a:t>
            </a:r>
          </a:p>
          <a:p>
            <a:r>
              <a:t>to analyze patient symptoms, medical images, and clinical knowledge for diagnostic reports.</a:t>
            </a:r>
          </a:p>
          <a:p>
            <a:r>
              <a:t>Let me walk you through the problem, architecture, implementation,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 is that current AI diagnostic tools are limited.</a:t>
            </a:r>
          </a:p>
          <a:p>
            <a:r>
              <a:t>They process one type of data at a time — either text or images.</a:t>
            </a:r>
          </a:p>
          <a:p>
            <a:r>
              <a:t>They don't explain their reasoning, and they don't reference actual clinical guidelines.</a:t>
            </a:r>
          </a:p>
          <a:p>
            <a:r>
              <a:t>Meanwhile, healthcare faces an access crisis — not enough specialists in many regions.</a:t>
            </a:r>
          </a:p>
          <a:p>
            <a:r>
              <a:t>Our system addresses all these gaps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five objectives were clear:</a:t>
            </a:r>
          </a:p>
          <a:p>
            <a:r>
              <a:t>1) Design the multi-agent architecture</a:t>
            </a:r>
          </a:p>
          <a:p>
            <a:r>
              <a:t>2) Build each specialized agent</a:t>
            </a:r>
          </a:p>
          <a:p>
            <a:r>
              <a:t>3) Create the orchestration layer</a:t>
            </a:r>
          </a:p>
          <a:p>
            <a:r>
              <a:t>4) Build the user interface</a:t>
            </a:r>
          </a:p>
          <a:p>
            <a:r>
              <a:t>5) Evaluate the system</a:t>
            </a:r>
          </a:p>
          <a:p>
            <a:r>
              <a:t>Each objective maps to a chapter of the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follows a three-tier architecture.</a:t>
            </a:r>
          </a:p>
          <a:p>
            <a:r>
              <a:t>Top layer: Streamlit frontend with 5 pages for different use cases.</a:t>
            </a:r>
          </a:p>
          <a:p>
            <a:r>
              <a:t>Middle layer: FastAPI REST API handling all requests.</a:t>
            </a:r>
          </a:p>
          <a:p>
            <a:r>
              <a:t>Bottom layer: 8 specialized AI agents orchestrated together.</a:t>
            </a:r>
          </a:p>
          <a:p>
            <a:r>
              <a:t>Data flows from the patient input through multiple agents, gets scored for confidence,</a:t>
            </a:r>
          </a:p>
          <a:p>
            <a:r>
              <a:t>then synthesized into a final diagnostic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agent specializes in one diagnostic modality:</a:t>
            </a:r>
          </a:p>
          <a:p>
            <a:r>
              <a:t>NLP extracts symptoms from text. Vision analyzes X-rays. RAG retrieves medical knowledge.</a:t>
            </a:r>
          </a:p>
          <a:p>
            <a:r>
              <a:t>Prediction calculates risk scores. Voice transcribes speech.</a:t>
            </a:r>
          </a:p>
          <a:p>
            <a:r>
              <a:t>The Orchestrator coordinates everything. Synthesis generates the final report.</a:t>
            </a:r>
          </a:p>
          <a:p>
            <a:r>
              <a:t>And the Confidence Scorer aggregates all outputs with weighted confidence.</a:t>
            </a:r>
          </a:p>
          <a:p>
            <a:r>
              <a:t>This mirrors how a real medical team operates.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flow is sequential but with parallel processing in the middle.</a:t>
            </a:r>
          </a:p>
          <a:p>
            <a:r>
              <a:t>First, patient input goes through NLP to extract structured symptoms.</a:t>
            </a:r>
          </a:p>
          <a:p>
            <a:r>
              <a:t>Then three agents run in parallel — Vision for images, RAG for knowledge, Prediction for vitals.</a:t>
            </a:r>
          </a:p>
          <a:p>
            <a:r>
              <a:t>Their outputs are combined by the Confidence Scorer using weighted ensemble.</a:t>
            </a:r>
          </a:p>
          <a:p>
            <a:r>
              <a:t>Finally, the Synthesis Agent generates a human-readable diagnostic report.</a:t>
            </a:r>
          </a:p>
          <a:p>
            <a:r>
              <a:t>The entire pipeline takes 10-30 seconds with live API, under 1 second in demo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technology stack was chosen for reliability, community support, and cost-effectiveness.</a:t>
            </a:r>
          </a:p>
          <a:p>
            <a:r>
              <a:t>All LLM operations use OpenRouter's free tier — zero cost.</a:t>
            </a:r>
          </a:p>
          <a:p>
            <a:r>
              <a:t>Streamlit enables rapid UI prototyping. FastAPI provides async API.</a:t>
            </a:r>
          </a:p>
          <a:p>
            <a:r>
              <a:t>We replaced XGBoost with scikit-learn due to Python 3.13 compatibility issues.</a:t>
            </a:r>
          </a:p>
          <a:p>
            <a:r>
              <a:t>Everything runs locally with SQLite — no cloud dependencies for core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results:</a:t>
            </a:r>
          </a:p>
          <a:p>
            <a:r>
              <a:t>Vision model achieved 0.0562 validation loss on 4,500 synthetic X-rays.</a:t>
            </a:r>
          </a:p>
          <a:p>
            <a:r>
              <a:t>NLP agent covers 200+ symptom terms across 11 body systems.</a:t>
            </a:r>
          </a:p>
          <a:p>
            <a:r>
              <a:t>70 automated tests all passing — 52 unit tests and 18 API tests.</a:t>
            </a:r>
          </a:p>
          <a:p>
            <a:r>
              <a:t>Demo mode provides instant results under 1 second.</a:t>
            </a:r>
          </a:p>
          <a:p>
            <a:r>
              <a:t>Live API takes 10-30 seconds on CPU.</a:t>
            </a:r>
          </a:p>
          <a:p>
            <a:r>
              <a:t>The codebase spans over 8,000 lines across 50+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 interface was designed for accessibility and ease of demonstration.</a:t>
            </a:r>
          </a:p>
          <a:p>
            <a:r>
              <a:t>Five pages cover all functionality. Demo Mode is crucial for smooth presentations.</a:t>
            </a:r>
          </a:p>
          <a:p>
            <a:r>
              <a:t>Voice input makes the system accessible. History persists across browser sessions.</a:t>
            </a:r>
          </a:p>
          <a:p>
            <a:r>
              <a:t>Report export in multiple formats supports sharing with healthcare providers.</a:t>
            </a:r>
          </a:p>
          <a:p>
            <a:r>
              <a:t>Color-coded severity provides immediate visual understanding of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faced four major challenges:</a:t>
            </a:r>
          </a:p>
          <a:p>
            <a:r>
              <a:t>1) XGBoost crashed on Python 3.13 — solved by switching to scikit-learn.</a:t>
            </a:r>
          </a:p>
          <a:p>
            <a:r>
              <a:t>2) No real medical data — generated synthetic datasets with realistic patterns.</a:t>
            </a:r>
          </a:p>
          <a:p>
            <a:r>
              <a:t>3) Slow CPU inference — built Demo Mode for instant results during presentations.</a:t>
            </a:r>
          </a:p>
          <a:p>
            <a:r>
              <a:t>4) Complex agent coordination — used LangGraph's state machine for reliable orchestration.</a:t>
            </a:r>
          </a:p>
          <a:p>
            <a:r>
              <a:t>Each challenge taught us important lessons about production AI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roadmap for future work includes:</a:t>
            </a:r>
          </a:p>
          <a:p>
            <a:r>
              <a:t>Real clinical data for validation. GPU deployment for speed.</a:t>
            </a:r>
          </a:p>
          <a:p>
            <a:r>
              <a:t>Regulatory pathway exploration. Multilingual support.</a:t>
            </a:r>
          </a:p>
          <a:p>
            <a:r>
              <a:t>Federated learning for privacy-preserving multi-institution training.</a:t>
            </a:r>
          </a:p>
          <a:p>
            <a:r>
              <a:t>Explainability tools so clinicians can trust the AI's reasoning.</a:t>
            </a:r>
          </a:p>
          <a:p>
            <a:r>
              <a:t>And eventually, a mobile app for point-of-care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this project successfully demonstrates a multi-agent AI health diagnostic system.</a:t>
            </a:r>
          </a:p>
          <a:p>
            <a:r>
              <a:t>The system integrates 8 specialized agents, processes multiple data modalities,</a:t>
            </a:r>
          </a:p>
          <a:p>
            <a:r>
              <a:t>and generates evidence-based diagnostic reports.</a:t>
            </a:r>
          </a:p>
          <a:p>
            <a:r>
              <a:t>The modular architecture enables independent updates and future expansion.</a:t>
            </a:r>
          </a:p>
          <a:p>
            <a:r>
              <a:t>Thank you for your attention.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Multi-Agent AI Health Diagnostic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B.Tech Final Year Project —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Presented by: [Your Name]  |  Roll No: [Your Roll Number]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Under the Guidance of: [Supervisor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486400"/>
            <a:ext cx="94183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9E0B"/>
                </a:solidFill>
                <a:latin typeface="Calibri"/>
              </a:defRPr>
            </a:pPr>
            <a:r>
              <a:t>Current AI diagnostic systems have critical limitations: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Single-modality: Analyze either text OR images, not both simultaneously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Black-box models: No explanation of reasoning process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No evidence grounding: Predictions without clinical reference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Monolithic architecture: Hard to maintain, update, or extend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Poor uncertainty handling: Cannot express confidence across dimensions</a:t>
            </a:r>
          </a:p>
          <a:p>
            <a:pPr>
              <a:spcAft>
                <a:spcPts val="12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Healthcare access gap: Limited specialist availability in underserved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1907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Design a multi-agent AI architecture emulating clinical team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6888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5420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2. Develop specialized agents for text, images, knowledge, and risk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9184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3649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3. Create an orchestration layer coordinating outputs into unified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11480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1879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4. Build a web UI with voice input, demo mode, and report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93776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01091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5. Evaluate diagnostic accuracy, response time, and usability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Frontend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Streamlit Web App</a:t>
            </a:r>
            <a:br/>
            <a:r>
              <a:t>Diagnosis | Vision | Chat |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108960"/>
            <a:ext cx="941832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API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5204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FastAPI REST API</a:t>
            </a:r>
            <a:br/>
            <a:r>
              <a:t>/api/diagnose | /api/vision | /api/chat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941832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Agent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983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8 Specialized Agents</a:t>
            </a:r>
            <a:br/>
            <a:r>
              <a:t>NLP | Vision | RAG | Prediction | Voice | Orchestrator | Synthesis | Scorer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8 Specialized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NLP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194560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Symptom extraction &amp; body system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BioBERT / Regex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Vision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194560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X-ray classification (15 diseases)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ResNet-18 / PyTorch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RAG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194560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Clinical knowledge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FAISS +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4592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Prediction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194560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Disease risk scoring from vitals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08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GradientBoosting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297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Voice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754879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46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Speech-to-text transcription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OpenAI Whisper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20624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4297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4754879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4846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Agent coordination &amp; task delegation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6692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LangGraph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20624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297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Synthesis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754879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846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Diagnostic report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6692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OpenRouter LLM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206240"/>
            <a:ext cx="2468880" cy="21945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4297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Confidence Scorer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4754879"/>
            <a:ext cx="219456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4846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Multi-agent confidence aggregation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56692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Tech: Weighted Ensemble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1. Patient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Text description or voice recording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2316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688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2. NLP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7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Extracts symptoms, body systems, severity,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0040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3. Parallel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Vision Agent | RAG Agent | Prediction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977639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4. Confidence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5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Weighted ensemble: NLP 30%, Vision 25%, RAG 25%, Prediction 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75488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5.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006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LLM generates formatted diagnostic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532120"/>
            <a:ext cx="941832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577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6.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77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Report with conditions, severity, recommendations, red flags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5486400"/>
              </a:tblGrid>
              <a:tr h="4322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Rapid web UI with multi-page support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Async REST API with auto-generated docs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Hugging Face 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BioBERT for biomedical text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PyTorch + TorchVision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ResNet-18 for image classification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GradientBoosting for risk prediction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Vector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Efficient similarity search for RAG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Multi-agent state machine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OpenRouter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Free-tier access to GPT-4-class models</a:t>
                      </a:r>
                    </a:p>
                  </a:txBody>
                  <a:tcPr anchor="ctr"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OpenAI Whisper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Industry-leading speech recognition</a:t>
                      </a:r>
                    </a:p>
                  </a:txBody>
                  <a:tcPr anchor="ctr"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Zero-config local storage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Vision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Val Loss: 0.0562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4,500 images, 15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NLP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14884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200+ symptom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11 body systems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Test Suite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14884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70 tests passing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52 unit + 18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2336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52628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&lt; 1s (Demo)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10-30s (Live API)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02336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52628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500 patient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Synthetic with real clinical ranges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29184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Code 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526280"/>
            <a:ext cx="292608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8,000+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50+ Python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Interface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5-page Streamlit app: Diagnosis, Vision, Chat, History, About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Demo Mode toggle for instant results without API server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Voice input via browser microphone (Whisper transcription)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Severity badges: color-coded green/orange/red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Confidence bars for each detected condition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Red flag detection for emergency indicators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Report export: PDF, CSV, and Text formats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History page with SQLite persistence, filters, and search</a:t>
            </a:r>
          </a:p>
          <a:p>
            <a:pPr>
              <a:spcAft>
                <a:spcPts val="1400"/>
              </a:spcAft>
              <a:defRPr sz="2000">
                <a:solidFill>
                  <a:srgbClr val="94A3B8"/>
                </a:solidFill>
                <a:latin typeface="Calibri"/>
              </a:defRPr>
            </a:pPr>
            <a:r>
              <a:t>• Responsive design with custom CSS theming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0058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XGBoost Python 3.13 Incompatibility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Problem: Segfault during model deserialization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Solution: Replaced with scikit-learn GradientBoosting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34640"/>
            <a:ext cx="9418320" cy="10058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 Real Medical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Problem: Limited access to labeled clinical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Solution: Generated 4,500 synthetic X-rays with disease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9418320" cy="10058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CPU-Only Inference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Problem: Model inference too slow for live demos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Solution: Built Demo Mode with pre-computed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212080"/>
            <a:ext cx="9418320" cy="10058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Multi-Agent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257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Problem: Coordinating 8 agents without race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69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Solution: LangGraph state machine with sequential + parallel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Train on real clinical datasets (NIH ChestX-ray14, MIMIC-IV)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GPU deployment for real-time inference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Expand knowledge base to 100+ clinical guidelines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Clinical validation against physician assessments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FDA/CE regulatory pathway exploration (SaMD classification)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Multilingual support with XLM-RoBERTa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Wearable device integration for continuous monitoring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Federated learning for multi-institution training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SHAP/LIME explainability visualizations for clinicians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Mobile app with on-device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94183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This project demonstrates that multi-agent AI architectures can provide structured, interpretable, and evidence-based diagnostic assistance while maintaining computational efficiency suitable for deployment on standard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217920"/>
            <a:ext cx="94183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